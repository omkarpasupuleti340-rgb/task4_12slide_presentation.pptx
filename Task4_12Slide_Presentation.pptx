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Slide 1: Title &amp;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Title: Unlocking Profitability: A Data-Driven Narrative of Superstore Sales.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Objective: Transform raw transactional data into an actionable business story.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Takeaway: Setting the stage for operational efficiency and targeted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Slide 2: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Core Insight: Overall revenue is robust ($1.4M+), but profit distribution is highly skewed.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Key Focus: Identifying high-margin drivers and mitigating low-margin drags.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Takeaway: Strategic reallocation of inventory will boost next quarter's net earnings.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Slide 3: Dataset Overview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Dataset: Sample Superstore Sales Dataset (Cleaned &amp; Processed).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Tools: Excel, Power BI/Tableau, and Python validation scripts.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Takeaway: Rigorous data preparation ensures high reliability of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Slide 4: The Central Business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Question: 'Which product categories and regions drive primary revenue, and where are profits leaking?'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Focus Area: Category-wise and Region-wise performance analysis.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Takeaway: Aligning sales volume directly with net profitability.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Slide 5: Category Performance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Metrics: Technology ($743K sales), Office Supplies ($341K sales), Furniture ($310K sales).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Visual: Category breakdown bar chart.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Takeaway: Technology dominates both top-line revenue and bottom-line profit.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Slide 6: Regional Sales &amp; Profitability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Metrics: West ($404K) and North ($368K) lead regional performance.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Visual: Grouped regional comparison chart.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Takeaway: Geographic performance dictates targeted marketing investments.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Slide 7: Uncovering Margin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Issue: Furniture shows high volume but disproportionately low profit margins.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Analysis: Shipping and handling overheads impacting bulky items.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Takeaway: Volume does not always equate to high profitability.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Slide 8: Temporal &amp; Seasonal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Pattern: Heavy sales surge during mid-to-late quarter cycles.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Visual: Clean trend line analysis.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Takeaway: Supply chain must pre-stock inventory ahead of peak months.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Slide 9: Customer Purchasing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Behavior: Repeat orders concentrate heavily on office essentials and tech upgrades.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Takeaway: Customer loyalty programs should focus on high-frequency buyers.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Slide 10: 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Action 1: Scale technology inventories and marketing budgets.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Action 2: Audit and streamline logistics costs for furniture items.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Takeaway: Targeted interventions protect margins and accelerate growth.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Slide 11: Risk Analysis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Risk: Over-reliance on tech category and seasonal dips.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Mitigation: Diversify product bundles and run off-season promotions.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Takeaway: Proactive risk management stabilizes yearly cash 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Slide 12: 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Summary: Shifting focus toward high-margin assets secures financial targets.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Next Steps: Implementation of Q3 inventory adjustments and dashboard deployment.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Takeaway: Data storytelling bridges raw numbers with executive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